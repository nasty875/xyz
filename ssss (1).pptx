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59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6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5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1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10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9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98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9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9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25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4444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34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0679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87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5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0B951-2127-41AE-8913-2B383BD453D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18F3DD8C-A1A2-47DA-AB1C-9A6CC0149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06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1D6795-5BAF-4484-830F-02290DEBBC93}"/>
              </a:ext>
            </a:extLst>
          </p:cNvPr>
          <p:cNvSpPr/>
          <p:nvPr/>
        </p:nvSpPr>
        <p:spPr>
          <a:xfrm>
            <a:off x="172278" y="270013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25D228-76E8-48CB-835A-BA9E795AF6D2}"/>
              </a:ext>
            </a:extLst>
          </p:cNvPr>
          <p:cNvSpPr/>
          <p:nvPr/>
        </p:nvSpPr>
        <p:spPr>
          <a:xfrm>
            <a:off x="1646582" y="270013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95F317-5517-4575-AECD-3051129E8B9F}"/>
              </a:ext>
            </a:extLst>
          </p:cNvPr>
          <p:cNvSpPr/>
          <p:nvPr/>
        </p:nvSpPr>
        <p:spPr>
          <a:xfrm>
            <a:off x="3185491" y="272000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533004-A661-40B4-940A-1453A7C6E296}"/>
              </a:ext>
            </a:extLst>
          </p:cNvPr>
          <p:cNvSpPr/>
          <p:nvPr/>
        </p:nvSpPr>
        <p:spPr>
          <a:xfrm>
            <a:off x="4721085" y="270013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0336AD-32A8-45CE-8A4F-AF292C310378}"/>
              </a:ext>
            </a:extLst>
          </p:cNvPr>
          <p:cNvSpPr/>
          <p:nvPr/>
        </p:nvSpPr>
        <p:spPr>
          <a:xfrm>
            <a:off x="6192078" y="272000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06CD8A-3821-4DCA-9361-CD738DFFC650}"/>
              </a:ext>
            </a:extLst>
          </p:cNvPr>
          <p:cNvSpPr/>
          <p:nvPr/>
        </p:nvSpPr>
        <p:spPr>
          <a:xfrm>
            <a:off x="7568647" y="272000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4BD7EC-2612-4BE5-B93D-50EC9ED2CF93}"/>
              </a:ext>
            </a:extLst>
          </p:cNvPr>
          <p:cNvSpPr/>
          <p:nvPr/>
        </p:nvSpPr>
        <p:spPr>
          <a:xfrm>
            <a:off x="9077740" y="272000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FB61CD-0F25-4C7A-A62D-1B2935FF9FED}"/>
              </a:ext>
            </a:extLst>
          </p:cNvPr>
          <p:cNvSpPr/>
          <p:nvPr/>
        </p:nvSpPr>
        <p:spPr>
          <a:xfrm>
            <a:off x="10545418" y="272000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8E948-FAA1-4703-98E9-FF56F00AB491}"/>
              </a:ext>
            </a:extLst>
          </p:cNvPr>
          <p:cNvSpPr/>
          <p:nvPr/>
        </p:nvSpPr>
        <p:spPr>
          <a:xfrm>
            <a:off x="172278" y="406841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1AB971-BF43-429F-8EC0-5A7163AE4A54}"/>
              </a:ext>
            </a:extLst>
          </p:cNvPr>
          <p:cNvSpPr/>
          <p:nvPr/>
        </p:nvSpPr>
        <p:spPr>
          <a:xfrm>
            <a:off x="1646582" y="406841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41DD4B-2DED-429B-830C-9CBC909E8E60}"/>
              </a:ext>
            </a:extLst>
          </p:cNvPr>
          <p:cNvSpPr/>
          <p:nvPr/>
        </p:nvSpPr>
        <p:spPr>
          <a:xfrm>
            <a:off x="3185491" y="406841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C6A180-0133-4937-8AE1-E379463173B5}"/>
              </a:ext>
            </a:extLst>
          </p:cNvPr>
          <p:cNvSpPr/>
          <p:nvPr/>
        </p:nvSpPr>
        <p:spPr>
          <a:xfrm>
            <a:off x="4721085" y="406841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08EBB9-3F27-4753-B130-85AB79DEDA4E}"/>
              </a:ext>
            </a:extLst>
          </p:cNvPr>
          <p:cNvSpPr/>
          <p:nvPr/>
        </p:nvSpPr>
        <p:spPr>
          <a:xfrm>
            <a:off x="6414052" y="4280452"/>
            <a:ext cx="45719" cy="53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9FCB7E-5D7A-482E-8CA0-04D1BB8ABE45}"/>
              </a:ext>
            </a:extLst>
          </p:cNvPr>
          <p:cNvSpPr/>
          <p:nvPr/>
        </p:nvSpPr>
        <p:spPr>
          <a:xfrm>
            <a:off x="6256679" y="406841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475E25-EBAE-4B09-AD0E-14A7C5B4B377}"/>
              </a:ext>
            </a:extLst>
          </p:cNvPr>
          <p:cNvSpPr/>
          <p:nvPr/>
        </p:nvSpPr>
        <p:spPr>
          <a:xfrm flipH="1" flipV="1">
            <a:off x="7568647" y="4068415"/>
            <a:ext cx="1006174" cy="9144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71773A-4EBE-4228-BC46-D92C41288B40}"/>
              </a:ext>
            </a:extLst>
          </p:cNvPr>
          <p:cNvSpPr/>
          <p:nvPr/>
        </p:nvSpPr>
        <p:spPr>
          <a:xfrm>
            <a:off x="9141676" y="4068416"/>
            <a:ext cx="9144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77D39E-B6B7-4AF2-9E60-CFB748948B5F}"/>
              </a:ext>
            </a:extLst>
          </p:cNvPr>
          <p:cNvSpPr/>
          <p:nvPr/>
        </p:nvSpPr>
        <p:spPr>
          <a:xfrm>
            <a:off x="10639835" y="406841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07FBF3-BD5D-4B74-9C6C-699238384947}"/>
              </a:ext>
            </a:extLst>
          </p:cNvPr>
          <p:cNvSpPr txBox="1"/>
          <p:nvPr/>
        </p:nvSpPr>
        <p:spPr>
          <a:xfrm>
            <a:off x="4259787" y="318052"/>
            <a:ext cx="1375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strike="sng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HOROR</a:t>
            </a:r>
            <a:endParaRPr lang="en-US" sz="2800" b="1" strike="sngStrik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F5A514-C37F-4B98-98CB-8B4BD6E84A6D}"/>
              </a:ext>
            </a:extLst>
          </p:cNvPr>
          <p:cNvSpPr txBox="1"/>
          <p:nvPr/>
        </p:nvSpPr>
        <p:spPr>
          <a:xfrm>
            <a:off x="3888723" y="680204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/>
              <a:t>INDONESIA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52278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2025-12-23T01:30:46Z</dcterms:created>
  <dcterms:modified xsi:type="dcterms:W3CDTF">2025-12-23T01:44:00Z</dcterms:modified>
</cp:coreProperties>
</file>